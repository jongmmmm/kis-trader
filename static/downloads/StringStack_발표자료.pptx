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4DC64"/>
                </a:solidFill>
                <a:latin typeface="Consolas"/>
              </a:rPr>
              <a:t>StringStack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B4B4B4"/>
                </a:solidFill>
                <a:latin typeface="Consolas"/>
              </a:rPr>
              <a:t>문자열 기반 스택 (C++)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4DC64"/>
                </a:solidFill>
                <a:latin typeface="Consolas"/>
              </a:rPr>
              <a:t>StringStack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64"/>
                </a:solidFill>
                <a:latin typeface="Consolas"/>
              </a:rPr>
              <a:t>멤버 변수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top              : 맨 위 요소 인덱스 (-1이면 비어있음)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data[10][20]     : 최대 10개, 각 문자열 최대 20자</a:t>
            </a:r>
          </a:p>
          <a:p>
            <a:r>
              <a:rPr sz="14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2200" b="1">
                <a:solidFill>
                  <a:srgbClr val="FFDC64"/>
                </a:solidFill>
                <a:latin typeface="Consolas"/>
              </a:rPr>
              <a:t>멤버 함수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push(문자열)     : 스택 맨 위에 문자열 추가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pop()            : 맨 위 문자열을 꺼내서 반환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peek()           : 맨 위 문자열 확인만 (꺼내지 않음)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isEmpty()        : 스택이 비었는지 확인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isFull()         : 스택이 꽉 찼는지 확인</a:t>
            </a:r>
          </a:p>
          <a:p>
            <a:r>
              <a:rPr sz="1800" b="0">
                <a:solidFill>
                  <a:srgbClr val="FFFFFF"/>
                </a:solidFill>
                <a:latin typeface="Consolas"/>
              </a:rPr>
              <a:t>  display()        : 스택 전체 출력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4DC64"/>
                </a:solidFill>
                <a:latin typeface="Consolas"/>
              </a:rPr>
              <a:t>StringStack.h 핵심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C8FF"/>
                </a:solidFill>
                <a:latin typeface="Consolas"/>
              </a:rPr>
              <a:t>class StringStack {
    int top;
    char data[10][20];       // 문자열 배열
    void push(const char *e) {
        strcpy(data[++top], e);  // 문자열 복사 후 저장
    }
    const char* pop() {
        return data[top--];      // 맨 위 문자열 반환
    }
    void display() {
        for (int i = 0; i &lt;= top; i++)
            printf("&lt;%s&gt;", data[i]);
    }
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4DC64"/>
                </a:solidFill>
                <a:latin typeface="Consolas"/>
              </a:rPr>
              <a:t>main_string.cpp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C8FF"/>
                </a:solidFill>
                <a:latin typeface="Consolas"/>
              </a:rPr>
              <a:t>#include "StringStack.h"
int main() {
    StringStack stack;
    // 1. 이름을 순서대로 쌓기
    stack.push("Lee");
    stack.push("Park");
    stack.push("Choi");
    stack.push("Kim");
    stack.push("Lee");
    stack.display();
    // 2. 맨 위 두 개 빼내기
    stack.pop();    // Lee 제거
    stack.pop();    // Kim 제거
    stack.display();
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4DC64"/>
                </a:solidFill>
                <a:latin typeface="Consolas"/>
              </a:rPr>
              <a:t>실행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64"/>
                </a:solidFill>
                <a:latin typeface="Consolas"/>
              </a:rPr>
              <a:t>1. push 후 (5개 쌓기)</a:t>
            </a:r>
          </a:p>
          <a:p>
            <a:r>
              <a:rPr sz="10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2000" b="0">
                <a:solidFill>
                  <a:srgbClr val="FFFFFF"/>
                </a:solidFill>
                <a:latin typeface="Consolas"/>
              </a:rPr>
              <a:t>[스택 항목의 수 =  5] ==&gt; &lt;Lee&gt;&lt;Park&gt;&lt;Choi&gt;&lt;Kim&gt;&lt;Lee&gt;</a:t>
            </a:r>
          </a:p>
          <a:p>
            <a:r>
              <a:rPr sz="16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1800" b="0">
                <a:solidFill>
                  <a:srgbClr val="64C8FF"/>
                </a:solidFill>
                <a:latin typeface="Consolas"/>
              </a:rPr>
              <a:t>          [Lee]  ← top</a:t>
            </a:r>
          </a:p>
          <a:p>
            <a:r>
              <a:rPr sz="1800" b="0">
                <a:solidFill>
                  <a:srgbClr val="64C8FF"/>
                </a:solidFill>
                <a:latin typeface="Consolas"/>
              </a:rPr>
              <a:t>          [Kim]</a:t>
            </a:r>
          </a:p>
          <a:p>
            <a:r>
              <a:rPr sz="1800" b="0">
                <a:solidFill>
                  <a:srgbClr val="64C8FF"/>
                </a:solidFill>
                <a:latin typeface="Consolas"/>
              </a:rPr>
              <a:t>          [Choi]</a:t>
            </a:r>
          </a:p>
          <a:p>
            <a:r>
              <a:rPr sz="1800" b="0">
                <a:solidFill>
                  <a:srgbClr val="64C8FF"/>
                </a:solidFill>
                <a:latin typeface="Consolas"/>
              </a:rPr>
              <a:t>          [Park]</a:t>
            </a:r>
          </a:p>
          <a:p>
            <a:r>
              <a:rPr sz="1800" b="0">
                <a:solidFill>
                  <a:srgbClr val="64C8FF"/>
                </a:solidFill>
                <a:latin typeface="Consolas"/>
              </a:rPr>
              <a:t>          [Lee]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C64"/>
                </a:solidFill>
                <a:latin typeface="Consolas"/>
              </a:rPr>
              <a:t>2. pop 2회 후 (Lee, Kim 제거)</a:t>
            </a:r>
          </a:p>
          <a:p>
            <a:r>
              <a:rPr sz="1000" b="0">
                <a:solidFill>
                  <a:srgbClr val="FFFFFF"/>
                </a:solidFill>
                <a:latin typeface="Consolas"/>
              </a:rPr>
              <a:t/>
            </a:r>
          </a:p>
          <a:p>
            <a:r>
              <a:rPr sz="2000" b="0">
                <a:solidFill>
                  <a:srgbClr val="FFFFFF"/>
                </a:solidFill>
                <a:latin typeface="Consolas"/>
              </a:rPr>
              <a:t>[스택 항목의 수 =  3] ==&gt; &lt;Lee&gt;&lt;Park&gt;&lt;Choi&gt;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